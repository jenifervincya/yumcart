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2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57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github.com/jenifervincya/YumCart" TargetMode="External"/><Relationship Id="rId5" Type="http://schemas.openxmlformats.org/officeDocument/2006/relationships/image" Target="../media/image23.png"/><Relationship Id="rId4" Type="http://schemas.openxmlformats.org/officeDocument/2006/relationships/hyperlink" Target="jenifervincya.github.io/YumC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4023360" cy="402336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/home/claude/yc/icon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94183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YumCart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 Engine  —  Queue + Finite State Machine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Jenifer Vincy A</a:t>
            </a:r>
            <a:b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711524BEE027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173A5E"/>
          </a:solidFill>
          <a:ln/>
        </p:spPr>
      </p:sp>
      <p:pic>
        <p:nvPicPr>
          <p:cNvPr id="10" name="Image 1" descr="/home/claude/yc/icon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3149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705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4520" y="5212080"/>
            <a:ext cx="457200" cy="457200"/>
          </a:xfrm>
          <a:prstGeom prst="ellipse">
            <a:avLst/>
          </a:prstGeom>
          <a:solidFill>
            <a:srgbClr val="173A5E"/>
          </a:solidFill>
          <a:ln/>
        </p:spPr>
      </p:sp>
      <p:pic>
        <p:nvPicPr>
          <p:cNvPr id="13" name="Image 2" descr="/home/claude/yc/icon_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390" y="53149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5705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926080" y="5212080"/>
            <a:ext cx="457200" cy="457200"/>
          </a:xfrm>
          <a:prstGeom prst="ellipse">
            <a:avLst/>
          </a:prstGeom>
          <a:solidFill>
            <a:srgbClr val="173A5E"/>
          </a:solidFill>
          <a:ln/>
        </p:spPr>
      </p:sp>
      <p:pic>
        <p:nvPicPr>
          <p:cNvPr id="16" name="Image 3" descr="/home/claude/yc/icon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531495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97480" y="5705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977640" y="5212080"/>
            <a:ext cx="457200" cy="457200"/>
          </a:xfrm>
          <a:prstGeom prst="ellipse">
            <a:avLst/>
          </a:prstGeom>
          <a:solidFill>
            <a:srgbClr val="173A5E"/>
          </a:solidFill>
          <a:ln/>
        </p:spPr>
      </p:sp>
      <p:pic>
        <p:nvPicPr>
          <p:cNvPr id="19" name="Image 4" descr="/home/claude/yc/icon_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0510" y="531495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749040" y="5705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8259775" y="6263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github.com/jenifervincya/YumCart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status change is a request, not a command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949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moves through a fixed set of stages, with side branches for cancellation and returns. Instead of updating status directly, every request is queued, validated against a rulebook, then applied or rejected — without ever stopping the 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E7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5548" y="3538728"/>
            <a:ext cx="512064" cy="51206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0" descr="/home/claude/yc/icon_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081" y="3646261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pic>
        <p:nvPicPr>
          <p:cNvPr id="10" name="Image 1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532" y="3840480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86000" y="333756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E7E7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84348" y="3538728"/>
            <a:ext cx="512064" cy="51206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2" descr="/home/claude/yc/icon_que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1881" y="3646261"/>
            <a:ext cx="296997" cy="296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0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50" dirty="0"/>
          </a:p>
        </p:txBody>
      </p:sp>
      <p:pic>
        <p:nvPicPr>
          <p:cNvPr id="15" name="Image 3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332" y="3840480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114800" y="333756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E7E7E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613148" y="3538728"/>
            <a:ext cx="512064" cy="51206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4" descr="/home/claude/yc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681" y="3646261"/>
            <a:ext cx="296997" cy="29699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114800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pic>
        <p:nvPicPr>
          <p:cNvPr id="20" name="Image 5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132" y="3840480"/>
            <a:ext cx="310896" cy="310896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943600" y="333756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E7E7EA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441948" y="3538728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6" descr="/home/claude/yc/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481" y="3646261"/>
            <a:ext cx="296997" cy="296997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943600" y="4206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457200" y="4983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transitions are logged and skipped — one bad event never halts the pipeline.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7818120" y="1554480"/>
            <a:ext cx="3931920" cy="4663440"/>
          </a:xfrm>
          <a:prstGeom prst="roundRect">
            <a:avLst>
              <a:gd name="adj" fmla="val 2791"/>
            </a:avLst>
          </a:prstGeom>
          <a:solidFill>
            <a:srgbClr val="011627"/>
          </a:solidFill>
          <a:ln/>
        </p:spPr>
      </p:sp>
      <p:sp>
        <p:nvSpPr>
          <p:cNvPr id="27" name="Text 18"/>
          <p:cNvSpPr/>
          <p:nvPr/>
        </p:nvSpPr>
        <p:spPr>
          <a:xfrm>
            <a:off x="813816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STATES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8138160" y="228600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0"/>
          <p:cNvSpPr/>
          <p:nvPr/>
        </p:nvSpPr>
        <p:spPr>
          <a:xfrm>
            <a:off x="8366760" y="21854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PLACED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8138160" y="278892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2"/>
          <p:cNvSpPr/>
          <p:nvPr/>
        </p:nvSpPr>
        <p:spPr>
          <a:xfrm>
            <a:off x="8366760" y="2688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138160" y="329184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24"/>
          <p:cNvSpPr/>
          <p:nvPr/>
        </p:nvSpPr>
        <p:spPr>
          <a:xfrm>
            <a:off x="8366760" y="31912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8138160" y="379476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26"/>
          <p:cNvSpPr/>
          <p:nvPr/>
        </p:nvSpPr>
        <p:spPr>
          <a:xfrm>
            <a:off x="8366760" y="36941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OUT_FOR_DELIVERY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8138160" y="429768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7" name="Text 28"/>
          <p:cNvSpPr/>
          <p:nvPr/>
        </p:nvSpPr>
        <p:spPr>
          <a:xfrm>
            <a:off x="8366760" y="41970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NOT_DELIVERED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8138160" y="480060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0"/>
          <p:cNvSpPr/>
          <p:nvPr/>
        </p:nvSpPr>
        <p:spPr>
          <a:xfrm>
            <a:off x="8366760" y="47000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8138160" y="530352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1" name="Text 32"/>
          <p:cNvSpPr/>
          <p:nvPr/>
        </p:nvSpPr>
        <p:spPr>
          <a:xfrm>
            <a:off x="8366760" y="52029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138160" y="580644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3" name="Text 34"/>
          <p:cNvSpPr/>
          <p:nvPr/>
        </p:nvSpPr>
        <p:spPr>
          <a:xfrm>
            <a:off x="8366760" y="57058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RETURNED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8138160" y="6291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terminal state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Queue + State Machine?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3108960"/>
          </a:xfrm>
          <a:prstGeom prst="roundRect">
            <a:avLst>
              <a:gd name="adj" fmla="val 4118"/>
            </a:avLst>
          </a:prstGeom>
          <a:solidFill>
            <a:srgbClr val="F7F7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yc/icon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292858"/>
            <a:ext cx="397764" cy="397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“a change was requested” from “the change was processed.” Guarantees requests are handled in order, one at a time.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94960" cy="3108960"/>
          </a:xfrm>
          <a:prstGeom prst="roundRect">
            <a:avLst>
              <a:gd name="adj" fmla="val 4118"/>
            </a:avLst>
          </a:prstGeom>
          <a:solidFill>
            <a:srgbClr val="F7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214884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/home/claude/yc/icon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418" y="2292858"/>
            <a:ext cx="397764" cy="3977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2971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29400" y="3429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that an order only moves to specific valid next-states from its current one. Arbitrary jumps, like Delivered → Placed, are rejected outright.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5166360"/>
            <a:ext cx="11292840" cy="1051560"/>
          </a:xfrm>
          <a:prstGeom prst="roundRect">
            <a:avLst>
              <a:gd name="adj" fmla="val 10435"/>
            </a:avLst>
          </a:prstGeom>
          <a:solidFill>
            <a:srgbClr val="FFF3EC"/>
          </a:solidFill>
          <a:ln/>
        </p:spPr>
      </p:sp>
      <p:sp>
        <p:nvSpPr>
          <p:cNvPr id="16" name="Shape 12"/>
          <p:cNvSpPr/>
          <p:nvPr/>
        </p:nvSpPr>
        <p:spPr>
          <a:xfrm>
            <a:off x="685800" y="53949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/home/claude/yc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55" y="5514015"/>
            <a:ext cx="328818" cy="3288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53949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 resilient pipeline where every state change is ordered, auditable, and provably valid.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lifecycle, stage by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15875">
            <a:solidFill>
              <a:srgbClr val="E7E7EA"/>
            </a:solidFill>
            <a:prstDash val="solid"/>
          </a:ln>
        </p:spPr>
      </p:sp>
      <p:pic>
        <p:nvPicPr>
          <p:cNvPr id="6" name="Image 0" descr="/home/claude/yc/icon_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391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783080"/>
            <a:ext cx="1252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200" dirty="0"/>
          </a:p>
        </p:txBody>
      </p:sp>
      <p:pic>
        <p:nvPicPr>
          <p:cNvPr id="8" name="Image 1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2144268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52928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15875">
            <a:solidFill>
              <a:srgbClr val="E7E7EA"/>
            </a:solidFill>
            <a:prstDash val="solid"/>
          </a:ln>
        </p:spPr>
      </p:sp>
      <p:pic>
        <p:nvPicPr>
          <p:cNvPr id="10" name="Image 2" descr="/home/claude/yc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203911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1783080"/>
            <a:ext cx="1252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200" dirty="0"/>
          </a:p>
        </p:txBody>
      </p:sp>
      <p:pic>
        <p:nvPicPr>
          <p:cNvPr id="12" name="Image 3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144268"/>
            <a:ext cx="292608" cy="2926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202936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15875">
            <a:solidFill>
              <a:srgbClr val="E7E7EA"/>
            </a:solidFill>
            <a:prstDash val="solid"/>
          </a:ln>
        </p:spPr>
      </p:sp>
      <p:pic>
        <p:nvPicPr>
          <p:cNvPr id="14" name="Image 4" descr="/home/claude/yc/icon_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2039112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24728" y="1783080"/>
            <a:ext cx="1252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pic>
        <p:nvPicPr>
          <p:cNvPr id="16" name="Image 5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144268"/>
            <a:ext cx="292608" cy="29260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552944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15875">
            <a:solidFill>
              <a:srgbClr val="E7E7EA"/>
            </a:solidFill>
            <a:prstDash val="solid"/>
          </a:ln>
        </p:spPr>
      </p:sp>
      <p:pic>
        <p:nvPicPr>
          <p:cNvPr id="18" name="Image 6" descr="/home/claude/yc/icon_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039112"/>
            <a:ext cx="457200" cy="4572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174736" y="1783080"/>
            <a:ext cx="1252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 Delivery</a:t>
            </a:r>
            <a:endParaRPr lang="en-US" sz="1200" dirty="0"/>
          </a:p>
        </p:txBody>
      </p:sp>
      <p:pic>
        <p:nvPicPr>
          <p:cNvPr id="20" name="Image 7" descr="/home/claude/yc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144268"/>
            <a:ext cx="292608" cy="292608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9902952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9FBF9"/>
          </a:solidFill>
          <a:ln w="15875">
            <a:solidFill>
              <a:srgbClr val="2EC4B6"/>
            </a:solidFill>
            <a:prstDash val="solid"/>
          </a:ln>
        </p:spPr>
      </p:sp>
      <p:pic>
        <p:nvPicPr>
          <p:cNvPr id="22" name="Image 8" descr="/home/claude/yc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968" y="2039112"/>
            <a:ext cx="457200" cy="4572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24744" y="1783080"/>
            <a:ext cx="1252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24" name="Shape 13"/>
          <p:cNvSpPr/>
          <p:nvPr/>
        </p:nvSpPr>
        <p:spPr>
          <a:xfrm>
            <a:off x="7223760" y="31089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0EC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5" name="Image 9" descr="/home/claude/yc/icon_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3246120"/>
            <a:ext cx="411480" cy="4114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77240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Delivered</a:t>
            </a:r>
            <a:endParaRPr lang="en-US" sz="1100" dirty="0"/>
          </a:p>
        </p:txBody>
      </p:sp>
      <p:sp>
        <p:nvSpPr>
          <p:cNvPr id="27" name="Text 15"/>
          <p:cNvSpPr/>
          <p:nvPr/>
        </p:nvSpPr>
        <p:spPr>
          <a:xfrm>
            <a:off x="69037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→ Out for Delivery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02920" y="5074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011627"/>
          </a:solidFill>
          <a:ln/>
        </p:spPr>
      </p:sp>
      <p:sp>
        <p:nvSpPr>
          <p:cNvPr id="29" name="Shape 17"/>
          <p:cNvSpPr/>
          <p:nvPr/>
        </p:nvSpPr>
        <p:spPr>
          <a:xfrm>
            <a:off x="704088" y="5248656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0" name="Image 10" descr="/home/claude/yc/icon_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647" y="5376215"/>
            <a:ext cx="311810" cy="31181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417320" y="5166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32" name="Text 19"/>
          <p:cNvSpPr/>
          <p:nvPr/>
        </p:nvSpPr>
        <p:spPr>
          <a:xfrm>
            <a:off x="1417320" y="5532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Placed / Confirmed / Shipped / Not Delivered  •  terminal, no further transitions</a:t>
            </a:r>
            <a:endParaRPr lang="en-US" sz="1000" dirty="0"/>
          </a:p>
        </p:txBody>
      </p:sp>
      <p:sp>
        <p:nvSpPr>
          <p:cNvPr id="33" name="Shape 20"/>
          <p:cNvSpPr/>
          <p:nvPr/>
        </p:nvSpPr>
        <p:spPr>
          <a:xfrm>
            <a:off x="6309360" y="5074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011627"/>
          </a:solidFill>
          <a:ln/>
        </p:spPr>
      </p:sp>
      <p:sp>
        <p:nvSpPr>
          <p:cNvPr id="34" name="Shape 21"/>
          <p:cNvSpPr/>
          <p:nvPr/>
        </p:nvSpPr>
        <p:spPr>
          <a:xfrm>
            <a:off x="6510528" y="5248656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5" name="Image 11" descr="/home/claude/yc/icon_rot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087" y="5376215"/>
            <a:ext cx="311810" cy="31181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7223760" y="5166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400" dirty="0"/>
          </a:p>
        </p:txBody>
      </p:sp>
      <p:sp>
        <p:nvSpPr>
          <p:cNvPr id="37" name="Text 23"/>
          <p:cNvSpPr/>
          <p:nvPr/>
        </p:nvSpPr>
        <p:spPr>
          <a:xfrm>
            <a:off x="7223760" y="5532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Delivered  •  terminal, no further transitions</a:t>
            </a:r>
            <a:endParaRPr lang="en-US" sz="1000" dirty="0"/>
          </a:p>
        </p:txBody>
      </p:sp>
      <p:sp>
        <p:nvSpPr>
          <p:cNvPr id="38" name="Text 2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39" name="Text 2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order module — class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92840" cy="470916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 w="12700">
            <a:solidFill>
              <a:srgbClr val="E7E7EA"/>
            </a:solidFill>
            <a:prstDash val="solid"/>
          </a:ln>
        </p:spPr>
      </p:sp>
      <p:pic>
        <p:nvPicPr>
          <p:cNvPr id="6" name="Image 0" descr="/mnt/user-data/uploads/1789659531794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37360"/>
            <a:ext cx="1065276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0253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yc/icon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9" y="2130095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110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2860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an order's ID, current status, and status history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00253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/home/claude/yc/icon_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359" y="2130095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9110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OrderStatus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32320" y="22860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enum of valid order states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85800" y="351129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/home/claude/yc/icon_que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9" y="3638855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4198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StateChangeRequest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17320" y="37947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queued request: which order, which new status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72200" y="329184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351129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/home/claude/yc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359" y="3638855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4198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StateChangeValidator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32320" y="37947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transition rulebook; checks if a move is legal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80060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</p:sp>
      <p:sp>
        <p:nvSpPr>
          <p:cNvPr id="26" name="Shape 20"/>
          <p:cNvSpPr/>
          <p:nvPr/>
        </p:nvSpPr>
        <p:spPr>
          <a:xfrm>
            <a:off x="685800" y="502005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7" name="Image 4" descr="/home/claude/yc/icon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359" y="5147615"/>
            <a:ext cx="311810" cy="3118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928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OrderStore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417320" y="5303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retrieves Order objects by ID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72200" y="480060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</p:sp>
      <p:sp>
        <p:nvSpPr>
          <p:cNvPr id="31" name="Shape 24"/>
          <p:cNvSpPr/>
          <p:nvPr/>
        </p:nvSpPr>
        <p:spPr>
          <a:xfrm>
            <a:off x="6400800" y="502005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2" name="Image 5" descr="/home/claude/yc/icon_set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359" y="5147615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0" y="4928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StateProcessor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132320" y="5303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the queue, validates, and applies or rejects each request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291840" cy="457200"/>
          </a:xfrm>
          <a:prstGeom prst="rect">
            <a:avLst/>
          </a:prstGeom>
          <a:solidFill>
            <a:srgbClr val="01162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1783080"/>
            <a:ext cx="3291840" cy="457200"/>
          </a:xfrm>
          <a:prstGeom prst="rect">
            <a:avLst/>
          </a:prstGeom>
          <a:solidFill>
            <a:srgbClr val="011627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solidFill>
            <a:srgbClr val="011627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0" y="1783080"/>
            <a:ext cx="2880360" cy="457200"/>
          </a:xfrm>
          <a:prstGeom prst="rect">
            <a:avLst/>
          </a:prstGeom>
          <a:solidFill>
            <a:srgbClr val="011627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1783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StateProcessor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224028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240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StateChangeValidator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2240280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2240280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240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via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807208"/>
            <a:ext cx="329184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072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StateProcessor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49040" y="2807208"/>
            <a:ext cx="329184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8072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OrderStore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2807208"/>
            <a:ext cx="182880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807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69680" y="2807208"/>
            <a:ext cx="288036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2807208"/>
            <a:ext cx="288036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via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37413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741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StateProcessor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337413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3741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StateChangeRequest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40880" y="3374136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3741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869680" y="3374136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374136"/>
            <a:ext cx="288036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3941064"/>
            <a:ext cx="329184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OrderStore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749040" y="3941064"/>
            <a:ext cx="329184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40880" y="3941064"/>
            <a:ext cx="182880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3941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869680" y="3941064"/>
            <a:ext cx="288036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39410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4507992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079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749040" y="4507992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45079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OrderStatus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040880" y="4507992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5079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869680" y="4507992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4507992"/>
            <a:ext cx="288036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current status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7200" y="5074920"/>
            <a:ext cx="329184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074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StateChangeRequest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749040" y="5074920"/>
            <a:ext cx="329184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5074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OrderStatus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040880" y="5074920"/>
            <a:ext cx="182880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5074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869680" y="5074920"/>
            <a:ext cx="288036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ECEC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0" y="5074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being layered on top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module follows the same queue / validator / store pattern where it fits.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7" name="Shape 5"/>
          <p:cNvSpPr/>
          <p:nvPr/>
        </p:nvSpPr>
        <p:spPr>
          <a:xfrm>
            <a:off x="1472184" y="2313432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/home/claude/yc/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978" y="2450226"/>
            <a:ext cx="348204" cy="3482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34290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RestaurantOwner, DeliveryPartner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73552" y="20574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12" name="Shape 9"/>
          <p:cNvSpPr/>
          <p:nvPr/>
        </p:nvSpPr>
        <p:spPr>
          <a:xfrm>
            <a:off x="4288536" y="2313432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/home/claude/yc/icon_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330" y="2450226"/>
            <a:ext cx="348204" cy="3482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Menu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38144" y="34290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menu items, availability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9904" y="20574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104888" y="2313432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2" descr="/home/claude/yc/icon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682" y="2450226"/>
            <a:ext cx="348204" cy="3482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27064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54496" y="34290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Single-restaurant cart, quantities, subtotal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906256" y="20574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22" name="Shape 17"/>
          <p:cNvSpPr/>
          <p:nvPr/>
        </p:nvSpPr>
        <p:spPr>
          <a:xfrm>
            <a:off x="9921240" y="2313432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3" descr="/home/claude/yc/icon_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034" y="2450226"/>
            <a:ext cx="348204" cy="3482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43416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Assignment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070848" y="34290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nearest-partner matching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40740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27" name="Shape 21"/>
          <p:cNvSpPr/>
          <p:nvPr/>
        </p:nvSpPr>
        <p:spPr>
          <a:xfrm>
            <a:off x="1472184" y="4663440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8" name="Image 4" descr="/home/claude/yc/icon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8978" y="4800234"/>
            <a:ext cx="348204" cy="3482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94360" y="5413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21792" y="57790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FSM: Pending → Success/Failed → Refunded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273552" y="440740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32" name="Shape 25"/>
          <p:cNvSpPr/>
          <p:nvPr/>
        </p:nvSpPr>
        <p:spPr>
          <a:xfrm>
            <a:off x="4288536" y="4663440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3" name="Image 5" descr="/home/claude/yc/icon_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330" y="4800234"/>
            <a:ext cx="348204" cy="34820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10712" y="5413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3438144" y="57790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 hooked into status changes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89904" y="440740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7F7F8"/>
          </a:solidFill>
          <a:ln/>
        </p:spPr>
      </p:sp>
      <p:sp>
        <p:nvSpPr>
          <p:cNvPr id="37" name="Shape 29"/>
          <p:cNvSpPr/>
          <p:nvPr/>
        </p:nvSpPr>
        <p:spPr>
          <a:xfrm>
            <a:off x="7104888" y="4663440"/>
            <a:ext cx="621792" cy="62179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8" name="Image 6" descr="/home/claude/yc/icon_ta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682" y="4800234"/>
            <a:ext cx="348204" cy="34820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227064" y="5413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1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254496" y="57790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 for discounts, tax, delivery fee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two very different views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HTML/CSS/JS demo, deployed live via GitHub Pages, sharing mock order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394960" cy="352044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0" descr="/home/claude/yc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53174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377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/ Admin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8680" y="3364992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order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050792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886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it to its next status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4736592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572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manifest log update live as the queue processes it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2057400"/>
            <a:ext cx="5394960" cy="352044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629400" y="237744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1" descr="/home/claude/yc/icon_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5" y="2531745"/>
            <a:ext cx="377190" cy="3771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52360" y="2377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675120" y="3364992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7"/>
          <p:cNvSpPr/>
          <p:nvPr/>
        </p:nvSpPr>
        <p:spPr>
          <a:xfrm>
            <a:off x="690372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75120" y="4050792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3886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 order and see current status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5120" y="4736592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4572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visible — no controls to change status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720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separated: a customer should never have access to status-change controls.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9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behind the choices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3911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yc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216255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0253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Fault-tolerant queue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transitions don't stop the queue — the system logs and continues, since one bad event shouldn't halt the whole pipeline.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03911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/home/claude/yc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216255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00253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26974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tracked per order so the complete lifecycle can be reviewed end to end.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42519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5079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/home/claude/yc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463143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4714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responsibility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31520" y="51663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OrderStore and StateProcessor are kept separate — storage and queue-processing concerns evolve independently.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09360" y="42519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583680" y="45079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/home/claude/yc/icon_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124" y="463143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4714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separation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83680" y="51663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and customer roles are intentionally split in the frontend for safety and clarity.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YumCart  •  Order Lifecycle LLD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173A5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seller and customer views yourself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yc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323651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33649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jenifervincya.github.io/YumCart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yc/icon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19" y="4196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43251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file"/>
              </a:rPr>
              <a:t>github.com/jenifervincya/YumCart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Delivery Assignment, Payment FSM, and Notification observer wiring.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714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JENIFER VINCY A</cp:lastModifiedBy>
  <cp:revision>2</cp:revision>
  <dcterms:created xsi:type="dcterms:W3CDTF">2026-09-18T01:09:25Z</dcterms:created>
  <dcterms:modified xsi:type="dcterms:W3CDTF">2026-09-18T01:17:51Z</dcterms:modified>
</cp:coreProperties>
</file>