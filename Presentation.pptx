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888A-530F-AA03-79DD-C5523F34A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5E7E9-D393-0B4D-D2A8-E6E615C09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1E615-F746-1527-D7D9-E7FBCDAA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7300F-35F2-F060-4BB3-006324216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D147-129B-D7AD-63C1-527B5CA5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09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42F4-0F97-89A5-0F87-02BD9337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FCB8-22A3-7E3F-CE7C-EBE72DA15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9106A-8563-8CDB-91B9-D358E7FB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9699E-FD22-F60B-619A-377CB771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7E3C2-0DB4-CD3B-CB51-69D63FC2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38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0E15-4229-9753-9FD6-EECB3809D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3091E-1B76-27A3-E6EB-C9A3A4804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45D56-9259-C3C4-C9C2-92741C41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6C8A-8768-E240-DE05-DA4FA325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5198E-AF9D-EB5E-6C25-BAB35440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82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91B0-5F82-A30D-6B08-76082AA2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9587-6070-B948-E4DE-05AD620FF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C505E-015B-8192-10F0-D88A0AEBD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7E1A0-326E-D614-BA12-C4B7C70A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52DFD-6704-E6DA-FE46-9F94C170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4BEB-7712-C0FE-9BA1-586EC26C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1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4763-8F7C-4539-38AD-5F14BE77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C21F0-85FF-2A39-21C3-D024AD6C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223ED-1600-339F-00F2-2258EA555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6F236-B9F3-C040-15E0-5FBBD38A4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B5CF5-1CA7-8082-88EF-18706DFF7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99800-700D-D162-D0DD-56A293BD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B09B4-90DA-0781-58C1-918DEEBA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83F17-DD8A-F8CB-01BB-D96C3251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8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83A2-C1C1-2971-A97A-C4965F2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0FF97-4377-DE03-20C8-B96C1A96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EE667-1214-AB43-9F23-832D7F7E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CD15A-F0E5-F34C-D5C4-8EC06BDB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22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37670-FE23-78B3-E18D-14D513DB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77A85-3268-AC3E-A5C2-3A734E65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2B119-7D83-9166-7BB2-683B9F04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65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49CB-F30A-3734-1A3D-581ED265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E8FE4-EA83-78DB-82AE-57AB05284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C55FB-8D72-29CD-C2C7-A02ACCBF0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6AAC8-18E7-F06A-97EB-5CDB32BC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76FC9-8E9F-987B-9897-AE7B3DD1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1BB96-3855-1C9C-1851-CDECDF86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7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5275-FED6-7CC1-A9E4-F4E84491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A2C12-911D-1937-F616-52C57A03B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2F250-7089-846B-E702-DDB6A0C3F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56CCF-35F8-EB28-9417-D2093726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90F06-348F-945C-665E-AB80F3A7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5C5AA-180D-6987-F311-EE96362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96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6901-7FDB-6B6B-9C5B-4BF87497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32C73-AD20-7DE7-370E-6A85F9315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F9AF4-B5BC-BC60-C03F-F8FF6CB1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6AC17-472B-0D5D-6803-FEA0D518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47C8-5842-04A2-542F-F68C155D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131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FA841-4EE9-F17B-221C-6B8902FBB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5EEDA-C7F7-EB90-7C1D-0AAC10DF6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3C37-FA69-3E9F-125B-466AAFCE6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083A2-C584-9098-E707-06FD05A4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F66F5-6958-9DE9-5A94-6B97805F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31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75BC5-A75F-29E2-E99E-92EE3524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DF4B3-55E0-943A-6EA0-CA9784070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F55D-6683-A3CC-78F1-1F5CE22F2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47FE3-E162-4EF7-8BEE-96658692E80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D3EF4-2D27-68AC-3C5B-464DC9A25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2C3F-D896-2CDB-40EF-3A0691F4A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C50DD-79CF-4DCD-A9B5-B7E87BE2D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0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6A082-2DE5-4E5F-77F6-5AC20B869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4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DB2D6A-B146-A168-1E60-0BB4419C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2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92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JENIFER VINCY A</dc:creator>
  <cp:lastModifiedBy>JENIFER VINCY A</cp:lastModifiedBy>
  <cp:revision>1</cp:revision>
  <dcterms:created xsi:type="dcterms:W3CDTF">2026-09-04T10:52:49Z</dcterms:created>
  <dcterms:modified xsi:type="dcterms:W3CDTF">2026-09-04T12:01:15Z</dcterms:modified>
</cp:coreProperties>
</file>